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37" autoAdjust="0"/>
    <p:restoredTop sz="94694" autoAdjust="0"/>
  </p:normalViewPr>
  <p:slideViewPr>
    <p:cSldViewPr snapToGrid="0" snapToObjects="1">
      <p:cViewPr varScale="1">
        <p:scale>
          <a:sx n="164" d="100"/>
          <a:sy n="164" d="100"/>
        </p:scale>
        <p:origin x="50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Solano County Dashboard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2023</a:t>
            </a:r>
            <a:br/>
            <a:br/>
            <a:r>
              <a:t>SCOE Assessment Research and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Solano County Districts</a:t>
            </a:r>
          </a:p>
        </p:txBody>
      </p:sp>
      <p:graphicFrame>
        <p:nvGraphicFramePr>
          <p:cNvPr id="589116560" name="Table 5891165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510393"/>
              </p:ext>
            </p:extLst>
          </p:nvPr>
        </p:nvGraphicFramePr>
        <p:xfrm>
          <a:off x="331076" y="930165"/>
          <a:ext cx="4164726" cy="5204460"/>
        </p:xfrm>
        <a:graphic>
          <a:graphicData uri="http://schemas.openxmlformats.org/drawingml/2006/table">
            <a:tbl>
              <a:tblPr/>
              <a:tblGrid>
                <a:gridCol w="694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41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1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7648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/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56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District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Red (lowest performance)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Orange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Yellow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Green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Blue (highest performance)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Benicia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Dixon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7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Fairfield-Suisun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7376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Solano County Office of Education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Travis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Vacaville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7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Vallejo City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table shows the number of student groups in each district assigned each dashboard performance color for all indicators except College/Career. College/Career did not get a color for the 2023 dashboard so performance on that indicator is not included in this table. Student groups with too few students to be assigned a color are also not included in this 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Solano County Charter Schools</a:t>
            </a:r>
          </a:p>
        </p:txBody>
      </p:sp>
      <p:graphicFrame>
        <p:nvGraphicFramePr>
          <p:cNvPr id="250346427" name="Table 250346426"/>
          <p:cNvGraphicFramePr>
            <a:graphicFrameLocks noGrp="1"/>
          </p:cNvGraphicFramePr>
          <p:nvPr/>
        </p:nvGraphicFramePr>
        <p:xfrm>
          <a:off x="914400" y="1828800"/>
          <a:ext cx="4114800" cy="105333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/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Charter School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Red (lowest performance)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Orange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Yellow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Green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Blue (highest performance)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Buckingham Collegiate Charter Academy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Caliber: ChangeMakers Academy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Dixon Montessori Charter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Elite Public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Ernest Kimme Charter Academy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Fairmont Charter Elementary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Griffin Academy High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Kairos Public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MIT Academy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MIT Griffin Academy Middle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Mare Island Technology Academy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Vallejo Charter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table mirrors the district table, but for charter schools. College/career is excluded as are student groups at schools with too few students to be given a color.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Solano County Student Groups</a:t>
            </a:r>
          </a:p>
        </p:txBody>
      </p:sp>
      <p:graphicFrame>
        <p:nvGraphicFramePr>
          <p:cNvPr id="589050769" name="Table 5890507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898943"/>
              </p:ext>
            </p:extLst>
          </p:nvPr>
        </p:nvGraphicFramePr>
        <p:xfrm>
          <a:off x="128616" y="711198"/>
          <a:ext cx="4519584" cy="4432300"/>
        </p:xfrm>
        <a:graphic>
          <a:graphicData uri="http://schemas.openxmlformats.org/drawingml/2006/table">
            <a:tbl>
              <a:tblPr/>
              <a:tblGrid>
                <a:gridCol w="1426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3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6611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dirty="0"/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86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Student Group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Red (lowest performance)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Orange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Yellow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Green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Blue (highest performance)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All students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86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American Indian or Alaska Native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Asian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8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Black/African American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8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English Learner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8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Filipino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8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Foster Youth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8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Hispanic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68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Homeless Youth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68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Multiple Races/Two or more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68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Pacific Islander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286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Socioeconomically Disadvantaged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68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Students with Disabilities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68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White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8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table shows the number of indicators assigned each performance level color by student groups in LEAs across the county. Student groups in LEAs too small to be assigned a color were excluded as was the college/career indicator.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Solano County Student Groups</a:t>
            </a:r>
          </a:p>
        </p:txBody>
      </p:sp>
      <p:pic>
        <p:nvPicPr>
          <p:cNvPr id="3" name="Picture 1" descr="dashboard_summary_files/figure-pptx/group_char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Academic Performance by District</a:t>
            </a:r>
          </a:p>
        </p:txBody>
      </p:sp>
      <p:graphicFrame>
        <p:nvGraphicFramePr>
          <p:cNvPr id="271765853" name="Table 271765852"/>
          <p:cNvGraphicFramePr>
            <a:graphicFrameLocks noGrp="1"/>
          </p:cNvGraphicFramePr>
          <p:nvPr/>
        </p:nvGraphicFramePr>
        <p:xfrm>
          <a:off x="914400" y="1828800"/>
          <a:ext cx="4114800" cy="423926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dirty="0"/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District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Red (lowest performance)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Orange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Yellow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Green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Blue (highest performance)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Benicia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Dixon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Fairfield-Suisun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Travis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Vacaville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Vallejo City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table shows the number of each performance color assigned to student groups for the three academic indicators: ELA, Math, and ELPI (English Learners only).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County Wide ELA Performance (All students)</a:t>
            </a:r>
          </a:p>
        </p:txBody>
      </p:sp>
      <p:pic>
        <p:nvPicPr>
          <p:cNvPr id="3" name="Picture 1" descr="dashboard_summary_files/figure-pptx/ela_map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County Wide Math Performance (All students)</a:t>
            </a:r>
          </a:p>
        </p:txBody>
      </p:sp>
      <p:pic>
        <p:nvPicPr>
          <p:cNvPr id="3" name="Picture 1" descr="dashboard_summary_files/figure-pptx/math_map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Academic Performance by Student Group</a:t>
            </a:r>
          </a:p>
        </p:txBody>
      </p:sp>
      <p:graphicFrame>
        <p:nvGraphicFramePr>
          <p:cNvPr id="468119541" name="Table 468119540"/>
          <p:cNvGraphicFramePr>
            <a:graphicFrameLocks noGrp="1"/>
          </p:cNvGraphicFramePr>
          <p:nvPr/>
        </p:nvGraphicFramePr>
        <p:xfrm>
          <a:off x="914400" y="1828800"/>
          <a:ext cx="4114800" cy="797814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/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Student Group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Red (lowest performance)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Orange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Yellow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Green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Blue (highest performance)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All students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Asian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Black/African American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English Learner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Filipino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Foster Youth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Hispanic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Homeless Youth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Multiple Races/Two or more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Pacific Islander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Socioeconomically Disadvantaged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Students with Disabilities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White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table shows the number of each performance color assigned to student groups for the three academic indicators: ELA, Math, and ELPI (English Learners only).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Dashboard Performance for Students Experiencing Homelessness</a:t>
            </a:r>
          </a:p>
        </p:txBody>
      </p:sp>
      <p:graphicFrame>
        <p:nvGraphicFramePr>
          <p:cNvPr id="623086412" name="Table 623086411"/>
          <p:cNvGraphicFramePr>
            <a:graphicFrameLocks noGrp="1"/>
          </p:cNvGraphicFramePr>
          <p:nvPr/>
        </p:nvGraphicFramePr>
        <p:xfrm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/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District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Red (lowest performance)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Orange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Yellow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Green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Blue (highest performance)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Benicia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Dixon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Fairfield-Suisun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Travis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Vacaville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Vallejo City Unified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table shows the number of each performance color assigned to youth experiencing homelessness in Solano County districts.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Dashboard Performance for Students Experiencing Homelessness</a:t>
            </a:r>
          </a:p>
        </p:txBody>
      </p:sp>
      <p:graphicFrame>
        <p:nvGraphicFramePr>
          <p:cNvPr id="663591811" name="Table 663591810"/>
          <p:cNvGraphicFramePr>
            <a:graphicFrameLocks noGrp="1"/>
          </p:cNvGraphicFramePr>
          <p:nvPr/>
        </p:nvGraphicFramePr>
        <p:xfrm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/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Performance Colors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Indicator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Red (lowest performance)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Orange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Yellow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Green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Blue (highest performance)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ELA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Math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absenteeism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graduation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suspension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634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A5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CB37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E90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table shows the number of each performance color assigned to youth experiencing homelessness for each indicator.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Dashboard Performance for Students Experiencing Homelessness</a:t>
            </a:r>
          </a:p>
        </p:txBody>
      </p:sp>
      <p:pic>
        <p:nvPicPr>
          <p:cNvPr id="3" name="Picture 1" descr="dashboard_summary_files/figure-pptx/homeless_char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887</Words>
  <Application>Microsoft Office PowerPoint</Application>
  <PresentationFormat>On-screen Show (16:9)</PresentationFormat>
  <Paragraphs>447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Solano County Dashboard Summary</vt:lpstr>
      <vt:lpstr>Solano County Districts</vt:lpstr>
      <vt:lpstr>Solano County Charter Schools</vt:lpstr>
      <vt:lpstr>Solano County Student Groups</vt:lpstr>
      <vt:lpstr>Solano County Student Groups</vt:lpstr>
      <vt:lpstr>Academic Performance by District</vt:lpstr>
      <vt:lpstr>County Wide ELA Performance (All students)</vt:lpstr>
      <vt:lpstr>County Wide Math Performance (All students)</vt:lpstr>
      <vt:lpstr>Academic Performance by Student Group</vt:lpstr>
      <vt:lpstr>Dashboard Performance for Students Experiencing Homelessness</vt:lpstr>
      <vt:lpstr>Dashboard Performance for Students Experiencing Homelessness</vt:lpstr>
      <vt:lpstr>Dashboard Performance for Students Experiencing Homelessness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Solano County Dashboard Summary</dc:title>
  <dc:creator>SCOE Assessment Research and Evaluation</dc:creator>
  <cp:keywords/>
  <cp:lastModifiedBy>Joseph Knapp</cp:lastModifiedBy>
  <cp:revision>1</cp:revision>
  <dcterms:created xsi:type="dcterms:W3CDTF">2024-03-21T21:08:20Z</dcterms:created>
  <dcterms:modified xsi:type="dcterms:W3CDTF">2024-03-21T21:47:38Z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2023</vt:lpwstr>
  </property>
  <property fmtid="{D5CDD505-2E9C-101B-9397-08002B2CF9AE}" pid="11" name="toc-title">
    <vt:lpwstr>Table of contents</vt:lpwstr>
  </property>
</Properties>
</file>