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Solano County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2024</a:t>
            </a:r>
            <a:br/>
            <a:br/>
            <a:r>
              <a:rPr/>
              <a:t>SCOE Assessment Research and Evaluation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Solano County Dashboard Overview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Dashboard Colors</a:t>
            </a:r>
          </a:p>
        </p:txBody>
      </p:sp>
      <p:pic>
        <p:nvPicPr>
          <p:cNvPr descr="CDE%20Colo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43100"/>
            <a:ext cx="82296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 Dashboard Performance Colors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District Indicator Colors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83332686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188720"/>
                <a:gridCol w="914400"/>
                <a:gridCol w="914400"/>
                <a:gridCol w="914400"/>
                <a:gridCol w="1188720"/>
              </a:tblGrid>
              <a:tr h="2286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8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District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 color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Red (lowest performance)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Orange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Yellow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Green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Blue (highest performance)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Benicia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Dixon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Fairfield-Suisun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Solano County Office of Education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Travis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Vallejo City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Charter Indicator Colors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89867247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188720"/>
                <a:gridCol w="914400"/>
                <a:gridCol w="914400"/>
                <a:gridCol w="914400"/>
                <a:gridCol w="1188720"/>
              </a:tblGrid>
              <a:tr h="2286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8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Performance Colors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Charter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 color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Red (lowest performance)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Orange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Yellow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Green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Blue (highest performance)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Buckingham Collegiate Charter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Caliber: ChangeMakers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Dixon Montessori Charter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Elite Public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Ernest Kimme Charter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Fairmont Charter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Griffin Academy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Kairos Public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MIT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MIT Griffin Academy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Mare Island Technology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Vallejo Charter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Counts of Indicator Colors in Solano County Student Groups: Race/Ethnicity</a:t>
            </a:r>
          </a:p>
        </p:txBody>
      </p:sp>
      <p:pic>
        <p:nvPicPr>
          <p:cNvPr descr="dashboard_summary_files/figure-pptx/race_ethnicity_char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Counts of Indicator Colors in Solano County Student Groups: Student Program</a:t>
            </a:r>
          </a:p>
        </p:txBody>
      </p:sp>
      <p:pic>
        <p:nvPicPr>
          <p:cNvPr descr="dashboard_summary_files/figure-pptx/program_char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County Wide ELA Performance (All students)</a:t>
            </a:r>
          </a:p>
        </p:txBody>
      </p:sp>
      <p:pic>
        <p:nvPicPr>
          <p:cNvPr descr="dashboard_summary_files/figure-pptx/ela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County Wide Math Performance (All students)</a:t>
            </a:r>
          </a:p>
        </p:txBody>
      </p:sp>
      <p:pic>
        <p:nvPicPr>
          <p:cNvPr descr="dashboard_summary_files/figure-pptx/math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County Wide Chronic Absenteeism (All students)</a:t>
            </a:r>
          </a:p>
        </p:txBody>
      </p:sp>
      <p:pic>
        <p:nvPicPr>
          <p:cNvPr descr="dashboard_summary_files/figure-pptx/absent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County Wide Suspension (All students)</a:t>
            </a:r>
          </a:p>
        </p:txBody>
      </p:sp>
      <p:pic>
        <p:nvPicPr>
          <p:cNvPr descr="dashboard_summary_files/figure-pptx/suspension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County Wide Graduation (All students)</a:t>
            </a:r>
          </a:p>
        </p:txBody>
      </p:sp>
      <p:pic>
        <p:nvPicPr>
          <p:cNvPr descr="dashboard_summary_files/figure-pptx/graduation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County Wide College/Career (All students)</a:t>
            </a:r>
          </a:p>
        </p:txBody>
      </p:sp>
      <p:pic>
        <p:nvPicPr>
          <p:cNvPr descr="dashboard_summary_files/figure-pptx/college/career_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Long-Term English Learners: Districts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29903071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  <a:gridCol w="1097280"/>
                <a:gridCol w="1463040"/>
                <a:gridCol w="146304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LEA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Long-Term English Learners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Percent of students that are ELs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Percent of ELs that are LTELs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Solano County Office of Education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10.45%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96.43%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Benicia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4,477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24.16%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Dixon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3,241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741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22.86%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30.77%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Fairfield-Suisun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21,545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3,499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16.24%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18.52%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Travis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5,736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3.7%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17.92%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Vacaville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11,880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9.36%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20.41%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Vallejo City Unified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10,344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3,003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29.03%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23.34%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Long-Term English Learners: Charters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615750960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  <a:gridCol w="1097280"/>
                <a:gridCol w="1463040"/>
                <a:gridCol w="146304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LEA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English Learners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Long-Term English Learners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Percent of students that are ELs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Percent of ELs that are LTELs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Buckingham Collegiate Charter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Caliber: ChangeMakers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26.03%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13.18%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Elite Public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18.71%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14.74%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Ernest Kimme Charter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6.24%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82.76%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Dixon Montessori Charter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7.46%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5.88%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Fairmont Charter Elementary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8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16.64%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NA%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Griffin Academy 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16.06%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77.42%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Kairos Public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1.47%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Mare Island Technology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18.71%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67.31%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MIT Academy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19.76%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75.76%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MIT Griffin Academy Middle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19.23%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Vallejo Charter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19.96%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13.83%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Values are taken from the denominator of the suspension indicator which is the most inclusive indicator.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Student Group Details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 Key</a:t>
            </a:r>
          </a:p>
        </p:txBody>
      </p:sp>
      <p:pic>
        <p:nvPicPr>
          <p:cNvPr descr="dashboard-cell-key-CDE-change%20CS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85900"/>
            <a:ext cx="8229600" cy="281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Students</a:t>
            </a:r>
          </a:p>
        </p:txBody>
      </p:sp>
      <p:pic>
        <p:nvPicPr>
          <p:cNvPr descr="dashboard_summary_files/figure-pptx/all_studen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Students with disabilities</a:t>
            </a:r>
          </a:p>
        </p:txBody>
      </p:sp>
      <p:pic>
        <p:nvPicPr>
          <p:cNvPr descr="dashboard_summary_files/figure-pptx/sw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English Learners</a:t>
            </a:r>
          </a:p>
        </p:txBody>
      </p:sp>
      <p:pic>
        <p:nvPicPr>
          <p:cNvPr descr="dashboard_summary_files/figure-pptx/el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Long-Term English Learners</a:t>
            </a:r>
          </a:p>
        </p:txBody>
      </p:sp>
      <p:pic>
        <p:nvPicPr>
          <p:cNvPr descr="dashboard_summary_files/figure-pptx/ltel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Black/African American</a:t>
            </a:r>
          </a:p>
        </p:txBody>
      </p:sp>
      <p:pic>
        <p:nvPicPr>
          <p:cNvPr descr="dashboard_summary_files/figure-pptx/a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_summary_files/figure-pptx/aa_anonmyize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Homeless Youth</a:t>
            </a:r>
          </a:p>
        </p:txBody>
      </p:sp>
      <p:pic>
        <p:nvPicPr>
          <p:cNvPr descr="dashboard_summary_files/figure-pptx/homeles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Solano County Dashboard Summary</dc:title>
  <dc:creator>SCOE Assessment Research and Evaluation</dc:creator>
  <cp:keywords/>
  <dcterms:created xsi:type="dcterms:W3CDTF">2025-10-28T23:51:38Z</dcterms:created>
  <dcterms:modified xsi:type="dcterms:W3CDTF">2025-10-28T23:51:38Z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logo">
    <vt:lpwstr>www/SCOE_Logo.jpg</vt:lpwstr>
  </property>
  <property fmtid="{D5CDD505-2E9C-101B-9397-08002B2CF9AE}" pid="11" name="subtitle">
    <vt:lpwstr>2024</vt:lpwstr>
  </property>
  <property fmtid="{D5CDD505-2E9C-101B-9397-08002B2CF9AE}" pid="12" name="toc-title">
    <vt:lpwstr>Table of contents</vt:lpwstr>
  </property>
</Properties>
</file>