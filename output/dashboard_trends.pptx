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Dashboard Trends for Vacaville Unified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SCOE Assessment Research and Evaluation Team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ELA (DFS) status in Vacaville Unified over time</a:t>
            </a:r>
          </a:p>
        </p:txBody>
      </p:sp>
      <p:pic>
        <p:nvPicPr>
          <p:cNvPr descr="dashboard_trends_files/figure-pptx/trend_char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 (DFS) status in Vacaville Unified over time</a:t>
            </a:r>
          </a:p>
        </p:txBody>
      </p:sp>
      <p:pic>
        <p:nvPicPr>
          <p:cNvPr descr="dashboard_trends_files/figure-pptx/trend_charts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ELPI status in Vacaville Unified over time</a:t>
            </a:r>
          </a:p>
        </p:txBody>
      </p:sp>
      <p:pic>
        <p:nvPicPr>
          <p:cNvPr descr="dashboard_trends_files/figure-pptx/trend_charts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College/Career status in Vacaville Unified over time</a:t>
            </a:r>
          </a:p>
        </p:txBody>
      </p:sp>
      <p:pic>
        <p:nvPicPr>
          <p:cNvPr descr="dashboard_trends_files/figure-pptx/trend_charts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Graduation status in Vacaville Unified over time</a:t>
            </a:r>
          </a:p>
        </p:txBody>
      </p:sp>
      <p:pic>
        <p:nvPicPr>
          <p:cNvPr descr="dashboard_trends_files/figure-pptx/trend_charts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Absenteeism status in Vacaville Unified over time</a:t>
            </a:r>
          </a:p>
        </p:txBody>
      </p:sp>
      <p:pic>
        <p:nvPicPr>
          <p:cNvPr descr="dashboard_trends_files/figure-pptx/trend_charts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Suspension status in Vacaville Unified over time</a:t>
            </a:r>
          </a:p>
        </p:txBody>
      </p:sp>
      <p:pic>
        <p:nvPicPr>
          <p:cNvPr descr="dashboard_trends_files/figure-pptx/trend_charts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3752413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77592378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57182545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9610173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3679438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6379331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Suspension status in Vacaville Unified over time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29292565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571551"/>
                <a:gridCol w="2295155"/>
                <a:gridCol w="1239287"/>
                <a:gridCol w="967527"/>
                <a:gridCol w="656817"/>
                <a:gridCol w="594607"/>
              </a:tblGrid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School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Student 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351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Shereene Wilkerson Academy of</a:t>
                      </a:r>
                      <a:b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Excellence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Sierra Vista K-8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 C. Wood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Alamo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Edwin Markham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Eugene Padan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Hemlock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Willis Jepson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Orchard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 Pena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Jean Callison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Browns Valley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Cooper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 Aggregate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suspension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Trends for Vacaville Unified</dc:title>
  <dc:creator>SCOE Assessment Research and Evaluation Team</dc:creator>
  <cp:keywords/>
  <dcterms:created xsi:type="dcterms:W3CDTF">2024-05-24T16:58:34Z</dcterms:created>
  <dcterms:modified xsi:type="dcterms:W3CDTF">2024-05-24T16:58:34Z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fontsize">
    <vt:lpwstr>10pt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infont">
    <vt:lpwstr>Ebrima</vt:lpwstr>
  </property>
  <property fmtid="{D5CDD505-2E9C-101B-9397-08002B2CF9AE}" pid="12" name="params">
    <vt:lpwstr/>
  </property>
  <property fmtid="{D5CDD505-2E9C-101B-9397-08002B2CF9AE}" pid="13" name="toc-title">
    <vt:lpwstr>Table of contents</vt:lpwstr>
  </property>
</Properties>
</file>