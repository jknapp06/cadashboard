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94A7A7-9520-4281-ACE9-2229779184B7}" v="2" dt="2025-05-27T22:21:50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9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Knapp" userId="8a11c749-96f4-41b0-804c-1a22a4aabc36" providerId="ADAL" clId="{E094A7A7-9520-4281-ACE9-2229779184B7}"/>
    <pc:docChg chg="custSel addSld modSld">
      <pc:chgData name="Joseph Knapp" userId="8a11c749-96f4-41b0-804c-1a22a4aabc36" providerId="ADAL" clId="{E094A7A7-9520-4281-ACE9-2229779184B7}" dt="2025-05-27T22:21:54.153" v="30" actId="20577"/>
      <pc:docMkLst>
        <pc:docMk/>
      </pc:docMkLst>
      <pc:sldChg chg="modSp mod">
        <pc:chgData name="Joseph Knapp" userId="8a11c749-96f4-41b0-804c-1a22a4aabc36" providerId="ADAL" clId="{E094A7A7-9520-4281-ACE9-2229779184B7}" dt="2025-05-27T22:21:23.322" v="25" actId="27636"/>
        <pc:sldMkLst>
          <pc:docMk/>
          <pc:sldMk cId="0" sldId="278"/>
        </pc:sldMkLst>
        <pc:spChg chg="mod">
          <ac:chgData name="Joseph Knapp" userId="8a11c749-96f4-41b0-804c-1a22a4aabc36" providerId="ADAL" clId="{E094A7A7-9520-4281-ACE9-2229779184B7}" dt="2025-05-27T22:21:23.322" v="25" actId="27636"/>
          <ac:spMkLst>
            <pc:docMk/>
            <pc:sldMk cId="0" sldId="278"/>
            <ac:spMk id="3" creationId="{2D55DB7B-42E1-C895-B916-0FF4ECF928A7}"/>
          </ac:spMkLst>
        </pc:spChg>
      </pc:sldChg>
      <pc:sldChg chg="addSp delSp modSp add mod">
        <pc:chgData name="Joseph Knapp" userId="8a11c749-96f4-41b0-804c-1a22a4aabc36" providerId="ADAL" clId="{E094A7A7-9520-4281-ACE9-2229779184B7}" dt="2025-05-27T22:21:54.153" v="30" actId="20577"/>
        <pc:sldMkLst>
          <pc:docMk/>
          <pc:sldMk cId="0" sldId="279"/>
        </pc:sldMkLst>
        <pc:spChg chg="add del mod">
          <ac:chgData name="Joseph Knapp" userId="8a11c749-96f4-41b0-804c-1a22a4aabc36" providerId="ADAL" clId="{E094A7A7-9520-4281-ACE9-2229779184B7}" dt="2025-05-27T22:21:45.410" v="28" actId="478"/>
          <ac:spMkLst>
            <pc:docMk/>
            <pc:sldMk cId="0" sldId="279"/>
            <ac:spMk id="4" creationId="{622122E6-482E-5875-4CB6-7A837F61B668}"/>
          </ac:spMkLst>
        </pc:spChg>
        <pc:spChg chg="add mod">
          <ac:chgData name="Joseph Knapp" userId="8a11c749-96f4-41b0-804c-1a22a4aabc36" providerId="ADAL" clId="{E094A7A7-9520-4281-ACE9-2229779184B7}" dt="2025-05-27T22:21:54.153" v="30" actId="20577"/>
          <ac:spMkLst>
            <pc:docMk/>
            <pc:sldMk cId="0" sldId="279"/>
            <ac:spMk id="5" creationId="{09DD4A1D-D5C7-ECF7-1FE8-2EA3E4692B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7D05-4102-ECCF-9F71-8C0DF48D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6891C-6982-95C9-B4C2-D69164CC6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85C42-7355-BFA8-FC35-9FE13C4F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41D14-039A-22E7-ED2F-16B4C754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833C0-54D0-E391-8598-036045B8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E68B-F0AC-CDCE-CFC5-C6002F87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9978-DA50-FF92-1630-52AD69B8E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4BABC-52DE-202D-F1BB-3E19709E8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178B6-C066-78B9-EA25-136385A3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D6A22-DAAA-F663-844E-A5EAC141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9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B5A2C-828B-0125-F969-F879E8C3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EB5C8-0CB9-A4CC-8F6F-68BF40EE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53286-B0D2-3822-0AE1-4BE8BD30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1B366-8489-5AA5-36A0-1C2F9CC0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3A5F-9E5A-B056-4916-FBB2625F3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6397-5231-BEFD-F62B-40E82AF2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1D372-C5DD-9EBF-9205-7F418CE7B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3767D-3D75-BB9D-6FE3-15BDF3E34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ABDC5-0D92-F2AF-EAA8-01BBF6ADC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9524E-C8D6-9AD1-A10B-39FA9EED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D2D2B-F699-2209-112B-26A1DDA7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5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5253-5580-EAD6-48DA-47DD2058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3F10-296C-947D-61A2-77F77ECB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BCDEC-4770-FC4E-454A-352158E24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73835D-AD30-A1B9-2FF9-7C7104826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0F928-DAAD-3ABE-62B8-25D26AA93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2C71CD-B677-B6A6-641B-043AD085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51F80-6F97-A1D9-C111-9F5DA8C5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BA7EF-50A0-5814-76FB-F72D0EF4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5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958F-7B18-5FB1-3656-A3D2A1F1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E4B67-F274-D37C-8035-FCA013FA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C737E-75AE-D03A-1E0A-6388F813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4D1E0-BF23-98D9-108B-D1A2BCDD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6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E06B8-E8D8-3E24-E975-C6EEE908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9F345-8BBE-6A85-C262-0881FDB4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E48EA-9062-DE1C-162D-3EF7DE52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42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7F4C-A8C3-1674-F0A9-2F1DE9DA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FA5C-EA33-73C6-28A8-A9C6B6AFB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B779F-BE44-09DF-F7ED-17A6E3047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E947E-9851-D68A-31D0-97496802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43C6-42B0-30D2-5BAA-861CB982C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FB81A-C175-DF94-0ED0-50EEB7B8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6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170A-9B51-B5B6-C149-30570A0C4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DF7D0-EE62-FA16-9DA4-09EC7ADDE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3CAC8-8485-2858-C915-87DBFA501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4EF45-99AF-A93D-AF92-E4D7CD67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6D379-3311-F53F-13DD-92C54CA1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1CBB8-C3E9-1E41-AC68-7E4AE3BFE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70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DB94D-3DA0-4699-83EA-BFEFBD12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C3ABF-35F2-D8FE-F21D-9CCADC8C8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0B6EC-52EF-A7C4-096F-4287F9EA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E63F5-C8A6-12B1-582B-00DDED29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31881-470B-0621-9C69-A99A0DCE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5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645B8-1125-3A05-9654-6ABA8EDF7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3D4C0-88C2-B2FB-213E-54150DF28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FCAB-8215-AA92-4921-E67997DB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935E7-661F-3E69-829B-1636AC457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708A-36CA-A9EA-2612-52CE9E4F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47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3F330-8B87-4B7F-B90A-B50B885D5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5F0E1-D640-DEAA-2653-563E55A26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CBB7E-4FB3-5DEB-7DC9-69DF32FF7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7460E-F790-417E-804A-DF6CE1B1A84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FEC60-A584-7D56-3A3D-7FDEDF0D0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AF57C-1E08-9B2E-C1DC-09424815D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65285-ABBE-48DF-9C3E-A619D60F4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3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shboard_summary_files/figure-pptx/aa_anonmyized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591733"/>
            <a:ext cx="9042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55DB7B-42E1-C895-B916-0FF4ECF92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2023 </a:t>
            </a:r>
            <a:r>
              <a:rPr dirty="0"/>
              <a:t>Black/African American</a:t>
            </a:r>
            <a:r>
              <a:rPr lang="en-US" dirty="0"/>
              <a:t> Student Outcomes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shboard_summary_files/figure-pptx/aa_anonmyized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591733"/>
            <a:ext cx="9042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9DD4A1D-D5C7-ECF7-1FE8-2EA3E469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/>
              <a:t>2024 </a:t>
            </a:r>
            <a:r>
              <a:rPr dirty="0"/>
              <a:t>Black/African American</a:t>
            </a:r>
            <a:r>
              <a:rPr lang="en-US" dirty="0"/>
              <a:t> Student Outcomes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2023 Black/African American Student Outcomes</vt:lpstr>
      <vt:lpstr>2024 Black/African American Student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Knapp</dc:creator>
  <cp:lastModifiedBy>Joseph Knapp</cp:lastModifiedBy>
  <cp:revision>1</cp:revision>
  <dcterms:created xsi:type="dcterms:W3CDTF">2025-05-27T22:16:02Z</dcterms:created>
  <dcterms:modified xsi:type="dcterms:W3CDTF">2025-05-27T22:21:58Z</dcterms:modified>
</cp:coreProperties>
</file>