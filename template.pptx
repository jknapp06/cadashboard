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DF49F-DC49-4FAF-84FF-3F5952F21FE2}" v="1" dt="2025-11-17T23:34:44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91" y="10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Knapp" userId="8a11c749-96f4-41b0-804c-1a22a4aabc36" providerId="ADAL" clId="{940B4A59-8575-42F3-BBC9-C5DD6C42D2A3}"/>
    <pc:docChg chg="modSld">
      <pc:chgData name="Joseph Knapp" userId="8a11c749-96f4-41b0-804c-1a22a4aabc36" providerId="ADAL" clId="{940B4A59-8575-42F3-BBC9-C5DD6C42D2A3}" dt="2025-11-17T23:34:44.213" v="0"/>
      <pc:docMkLst>
        <pc:docMk/>
      </pc:docMkLst>
      <pc:sldChg chg="modSp">
        <pc:chgData name="Joseph Knapp" userId="8a11c749-96f4-41b0-804c-1a22a4aabc36" providerId="ADAL" clId="{940B4A59-8575-42F3-BBC9-C5DD6C42D2A3}" dt="2025-11-17T23:34:44.213" v="0"/>
        <pc:sldMkLst>
          <pc:docMk/>
          <pc:sldMk cId="392669009" sldId="256"/>
        </pc:sldMkLst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392669009" sldId="256"/>
            <ac:spMk id="2" creationId="{00000000-0000-0000-0000-000000000000}"/>
          </ac:spMkLst>
        </pc:spChg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392669009" sldId="256"/>
            <ac:spMk id="3" creationId="{00000000-0000-0000-0000-000000000000}"/>
          </ac:spMkLst>
        </pc:spChg>
      </pc:sldChg>
      <pc:sldChg chg="modSp">
        <pc:chgData name="Joseph Knapp" userId="8a11c749-96f4-41b0-804c-1a22a4aabc36" providerId="ADAL" clId="{940B4A59-8575-42F3-BBC9-C5DD6C42D2A3}" dt="2025-11-17T23:34:44.213" v="0"/>
        <pc:sldMkLst>
          <pc:docMk/>
          <pc:sldMk cId="572707455" sldId="257"/>
        </pc:sldMkLst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572707455" sldId="257"/>
            <ac:spMk id="2" creationId="{00000000-0000-0000-0000-000000000000}"/>
          </ac:spMkLst>
        </pc:spChg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572707455" sldId="257"/>
            <ac:spMk id="3" creationId="{00000000-0000-0000-0000-000000000000}"/>
          </ac:spMkLst>
        </pc:spChg>
      </pc:sldChg>
      <pc:sldChg chg="modSp">
        <pc:chgData name="Joseph Knapp" userId="8a11c749-96f4-41b0-804c-1a22a4aabc36" providerId="ADAL" clId="{940B4A59-8575-42F3-BBC9-C5DD6C42D2A3}" dt="2025-11-17T23:34:44.213" v="0"/>
        <pc:sldMkLst>
          <pc:docMk/>
          <pc:sldMk cId="3996781534" sldId="258"/>
        </pc:sldMkLst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3996781534" sldId="258"/>
            <ac:spMk id="2" creationId="{00000000-0000-0000-0000-000000000000}"/>
          </ac:spMkLst>
        </pc:spChg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3996781534" sldId="258"/>
            <ac:spMk id="3" creationId="{00000000-0000-0000-0000-000000000000}"/>
          </ac:spMkLst>
        </pc:spChg>
      </pc:sldChg>
      <pc:sldChg chg="modSp">
        <pc:chgData name="Joseph Knapp" userId="8a11c749-96f4-41b0-804c-1a22a4aabc36" providerId="ADAL" clId="{940B4A59-8575-42F3-BBC9-C5DD6C42D2A3}" dt="2025-11-17T23:34:44.213" v="0"/>
        <pc:sldMkLst>
          <pc:docMk/>
          <pc:sldMk cId="1324621109" sldId="259"/>
        </pc:sldMkLst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1324621109" sldId="259"/>
            <ac:spMk id="4" creationId="{00000000-0000-0000-0000-000000000000}"/>
          </ac:spMkLst>
        </pc:spChg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1324621109" sldId="259"/>
            <ac:spMk id="5" creationId="{00000000-0000-0000-0000-000000000000}"/>
          </ac:spMkLst>
        </pc:spChg>
        <pc:spChg chg="mod">
          <ac:chgData name="Joseph Knapp" userId="8a11c749-96f4-41b0-804c-1a22a4aabc36" providerId="ADAL" clId="{940B4A59-8575-42F3-BBC9-C5DD6C42D2A3}" dt="2025-11-17T23:34:44.213" v="0"/>
          <ac:spMkLst>
            <pc:docMk/>
            <pc:sldMk cId="1324621109" sldId="25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A6793D-AD28-6579-4655-3167D9103203}"/>
              </a:ext>
            </a:extLst>
          </p:cNvPr>
          <p:cNvSpPr/>
          <p:nvPr/>
        </p:nvSpPr>
        <p:spPr>
          <a:xfrm>
            <a:off x="-1" y="841773"/>
            <a:ext cx="9144001" cy="2953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B37E5-D300-1592-3196-16347820FA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Deck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9392-98FE-25C5-8C7E-F049349486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9346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Solano County Office of Education</a:t>
            </a:r>
          </a:p>
          <a:p>
            <a:r>
              <a:rPr lang="en-US" dirty="0"/>
              <a:t>Year</a:t>
            </a:r>
          </a:p>
        </p:txBody>
      </p:sp>
      <p:pic>
        <p:nvPicPr>
          <p:cNvPr id="10" name="Picture 9" descr="A logo with red text&#10;&#10;AI-generated content may be incorrect.">
            <a:extLst>
              <a:ext uri="{FF2B5EF4-FFF2-40B4-BE49-F238E27FC236}">
                <a16:creationId xmlns:a16="http://schemas.microsoft.com/office/drawing/2014/main" id="{2F148169-FAD3-3EE6-1283-58A7C10D5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59" y="4098803"/>
            <a:ext cx="1944082" cy="92139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4F89569-3AEF-3D51-67FA-CC5951347DA3}"/>
              </a:ext>
            </a:extLst>
          </p:cNvPr>
          <p:cNvSpPr/>
          <p:nvPr/>
        </p:nvSpPr>
        <p:spPr>
          <a:xfrm>
            <a:off x="492919" y="504134"/>
            <a:ext cx="3814763" cy="1703285"/>
          </a:xfrm>
          <a:custGeom>
            <a:avLst/>
            <a:gdLst>
              <a:gd name="connsiteX0" fmla="*/ 0 w 5086350"/>
              <a:gd name="connsiteY0" fmla="*/ 2271047 h 2271047"/>
              <a:gd name="connsiteX1" fmla="*/ 1676400 w 5086350"/>
              <a:gd name="connsiteY1" fmla="*/ 280322 h 2271047"/>
              <a:gd name="connsiteX2" fmla="*/ 5086350 w 5086350"/>
              <a:gd name="connsiteY2" fmla="*/ 61247 h 227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6350" h="2271047">
                <a:moveTo>
                  <a:pt x="0" y="2271047"/>
                </a:moveTo>
                <a:cubicBezTo>
                  <a:pt x="414337" y="1459834"/>
                  <a:pt x="828675" y="648622"/>
                  <a:pt x="1676400" y="280322"/>
                </a:cubicBezTo>
                <a:cubicBezTo>
                  <a:pt x="2524125" y="-87978"/>
                  <a:pt x="3805237" y="-13366"/>
                  <a:pt x="5086350" y="61247"/>
                </a:cubicBezTo>
              </a:path>
            </a:pathLst>
          </a:custGeom>
          <a:noFill/>
          <a:ln w="1397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49CECC-EA79-8690-BFAC-4690CC292177}"/>
              </a:ext>
            </a:extLst>
          </p:cNvPr>
          <p:cNvSpPr/>
          <p:nvPr/>
        </p:nvSpPr>
        <p:spPr>
          <a:xfrm>
            <a:off x="6060385" y="1848678"/>
            <a:ext cx="2929559" cy="2446791"/>
          </a:xfrm>
          <a:custGeom>
            <a:avLst/>
            <a:gdLst>
              <a:gd name="connsiteX0" fmla="*/ 0 w 3906078"/>
              <a:gd name="connsiteY0" fmla="*/ 2097157 h 3262388"/>
              <a:gd name="connsiteX1" fmla="*/ 2117035 w 3906078"/>
              <a:gd name="connsiteY1" fmla="*/ 3170583 h 3262388"/>
              <a:gd name="connsiteX2" fmla="*/ 3906078 w 3906078"/>
              <a:gd name="connsiteY2" fmla="*/ 0 h 3262388"/>
              <a:gd name="connsiteX3" fmla="*/ 3906078 w 3906078"/>
              <a:gd name="connsiteY3" fmla="*/ 0 h 326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078" h="3262388">
                <a:moveTo>
                  <a:pt x="0" y="2097157"/>
                </a:moveTo>
                <a:cubicBezTo>
                  <a:pt x="733011" y="2808633"/>
                  <a:pt x="1466022" y="3520109"/>
                  <a:pt x="2117035" y="3170583"/>
                </a:cubicBezTo>
                <a:cubicBezTo>
                  <a:pt x="2768048" y="2821057"/>
                  <a:pt x="3906078" y="0"/>
                  <a:pt x="3906078" y="0"/>
                </a:cubicBezTo>
                <a:lnTo>
                  <a:pt x="3906078" y="0"/>
                </a:lnTo>
              </a:path>
            </a:pathLst>
          </a:custGeom>
          <a:noFill/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5160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43F4-64B6-7152-A0ED-E3A60DA1F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DBDD-1506-E6EB-08B3-3B4E995DE2B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91B4-31B8-DD41-AE08-CB0747A5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F418-43D3-D2A8-0634-01AC1268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9F20-DAA1-B85A-A5A4-925B0131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F28216-D270-E846-BA46-F5D9D419737B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405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">
          <p15:clr>
            <a:srgbClr val="FBAE40"/>
          </p15:clr>
        </p15:guide>
        <p15:guide id="3" pos="6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823472-6FCE-8B41-F3B5-DBC80E5F3DA3}"/>
              </a:ext>
            </a:extLst>
          </p:cNvPr>
          <p:cNvSpPr/>
          <p:nvPr/>
        </p:nvSpPr>
        <p:spPr>
          <a:xfrm>
            <a:off x="623887" y="935832"/>
            <a:ext cx="8520113" cy="25574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48048-D19C-FCF2-EEF1-69C60400F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1282304"/>
            <a:ext cx="7548563" cy="22109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4ADA5-CE26-005B-405A-67A440538B0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573066"/>
            <a:ext cx="7543800" cy="79891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A271C-9DDB-19D8-2F10-46CCCDB3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E8297-7D53-A648-EAC3-121A42A0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026ED-E004-9B8A-D597-E622A531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FD2DCB-887F-2D1C-B9E5-05B57E55E1CB}"/>
              </a:ext>
            </a:extLst>
          </p:cNvPr>
          <p:cNvSpPr/>
          <p:nvPr/>
        </p:nvSpPr>
        <p:spPr>
          <a:xfrm>
            <a:off x="3637722" y="655982"/>
            <a:ext cx="4691103" cy="3570633"/>
          </a:xfrm>
          <a:custGeom>
            <a:avLst/>
            <a:gdLst>
              <a:gd name="connsiteX0" fmla="*/ 0 w 6254804"/>
              <a:gd name="connsiteY0" fmla="*/ 0 h 4760844"/>
              <a:gd name="connsiteX1" fmla="*/ 5774634 w 6254804"/>
              <a:gd name="connsiteY1" fmla="*/ 1033670 h 4760844"/>
              <a:gd name="connsiteX2" fmla="*/ 5854147 w 6254804"/>
              <a:gd name="connsiteY2" fmla="*/ 4760844 h 4760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54804" h="4760844">
                <a:moveTo>
                  <a:pt x="0" y="0"/>
                </a:moveTo>
                <a:cubicBezTo>
                  <a:pt x="2399471" y="120098"/>
                  <a:pt x="4798943" y="240196"/>
                  <a:pt x="5774634" y="1033670"/>
                </a:cubicBezTo>
                <a:cubicBezTo>
                  <a:pt x="6750325" y="1827144"/>
                  <a:pt x="5953538" y="4104861"/>
                  <a:pt x="5854147" y="4760844"/>
                </a:cubicBezTo>
              </a:path>
            </a:pathLst>
          </a:custGeom>
          <a:noFill/>
          <a:ln w="152400" cap="rnd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6603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3FF2-E634-8F42-EAD5-E75E57C41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203670"/>
            <a:ext cx="7943850" cy="8589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47BF-1C1B-2FE2-6738-90D2B83732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28600" y="1200151"/>
            <a:ext cx="3900488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List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C7A5C-C637-0C0F-84D0-C65B20B93D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1963" y="1200151"/>
            <a:ext cx="3900488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List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474A-54C5-4363-7F5F-8A79ED91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D01FC-222C-52CD-979A-7450EBFA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598F6-471D-0DE7-50D5-BCF292DC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A158D-B595-542C-25E8-626C46A16A18}"/>
              </a:ext>
            </a:extLst>
          </p:cNvPr>
          <p:cNvSpPr/>
          <p:nvPr/>
        </p:nvSpPr>
        <p:spPr>
          <a:xfrm>
            <a:off x="8243888" y="0"/>
            <a:ext cx="784989" cy="4300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1F5335E-4220-233B-0D6F-D2EFFDC806B5}"/>
              </a:ext>
            </a:extLst>
          </p:cNvPr>
          <p:cNvSpPr/>
          <p:nvPr/>
        </p:nvSpPr>
        <p:spPr>
          <a:xfrm>
            <a:off x="8468139" y="70765"/>
            <a:ext cx="560738" cy="4036581"/>
          </a:xfrm>
          <a:custGeom>
            <a:avLst/>
            <a:gdLst>
              <a:gd name="connsiteX0" fmla="*/ 516835 w 598639"/>
              <a:gd name="connsiteY0" fmla="*/ 0 h 5486400"/>
              <a:gd name="connsiteX1" fmla="*/ 556591 w 598639"/>
              <a:gd name="connsiteY1" fmla="*/ 3607904 h 5486400"/>
              <a:gd name="connsiteX2" fmla="*/ 0 w 598639"/>
              <a:gd name="connsiteY2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639" h="5486400">
                <a:moveTo>
                  <a:pt x="516835" y="0"/>
                </a:moveTo>
                <a:cubicBezTo>
                  <a:pt x="579782" y="1346752"/>
                  <a:pt x="642730" y="2693504"/>
                  <a:pt x="556591" y="3607904"/>
                </a:cubicBezTo>
                <a:cubicBezTo>
                  <a:pt x="470452" y="4522304"/>
                  <a:pt x="235226" y="5004352"/>
                  <a:pt x="0" y="5486400"/>
                </a:cubicBezTo>
              </a:path>
            </a:pathLst>
          </a:custGeom>
          <a:noFill/>
          <a:ln w="152400" cap="rnd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9089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63A39-311D-EDD0-1064-22B05135CA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1" y="200026"/>
            <a:ext cx="3964781" cy="8572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List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E2FE-0F28-8067-C68F-B0DEFDB25BD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1" y="1200150"/>
            <a:ext cx="3964781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30E3E-149F-5466-CF77-6210714A454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7669" y="200027"/>
            <a:ext cx="3964781" cy="8572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List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62B61-410C-BE66-21BC-D4DDE546428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7669" y="1200150"/>
            <a:ext cx="3964781" cy="3171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F675C-1731-C865-448A-DF71EB5F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BBB28-D9B5-0C7D-EE33-F73D55EA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5C3C0-4B56-7E44-1C3F-40A2FF97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70E64-30CF-B169-B400-FD27A117DF2E}"/>
              </a:ext>
            </a:extLst>
          </p:cNvPr>
          <p:cNvSpPr/>
          <p:nvPr/>
        </p:nvSpPr>
        <p:spPr>
          <a:xfrm>
            <a:off x="8243888" y="0"/>
            <a:ext cx="784989" cy="4300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647216B-3CAC-1A13-29DF-7D88BE439849}"/>
              </a:ext>
            </a:extLst>
          </p:cNvPr>
          <p:cNvSpPr/>
          <p:nvPr/>
        </p:nvSpPr>
        <p:spPr>
          <a:xfrm>
            <a:off x="8468139" y="70765"/>
            <a:ext cx="560738" cy="4036581"/>
          </a:xfrm>
          <a:custGeom>
            <a:avLst/>
            <a:gdLst>
              <a:gd name="connsiteX0" fmla="*/ 516835 w 598639"/>
              <a:gd name="connsiteY0" fmla="*/ 0 h 5486400"/>
              <a:gd name="connsiteX1" fmla="*/ 556591 w 598639"/>
              <a:gd name="connsiteY1" fmla="*/ 3607904 h 5486400"/>
              <a:gd name="connsiteX2" fmla="*/ 0 w 598639"/>
              <a:gd name="connsiteY2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639" h="5486400">
                <a:moveTo>
                  <a:pt x="516835" y="0"/>
                </a:moveTo>
                <a:cubicBezTo>
                  <a:pt x="579782" y="1346752"/>
                  <a:pt x="642730" y="2693504"/>
                  <a:pt x="556591" y="3607904"/>
                </a:cubicBezTo>
                <a:cubicBezTo>
                  <a:pt x="470452" y="4522304"/>
                  <a:pt x="235226" y="5004352"/>
                  <a:pt x="0" y="5486400"/>
                </a:cubicBezTo>
              </a:path>
            </a:pathLst>
          </a:custGeom>
          <a:noFill/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2908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35FF1-EA2D-3150-E8C2-F2D7500C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523D5-449C-E93F-40F2-67755A60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4E59-6B95-9836-A2EF-BD7CD9F6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98B9CA-0B23-6657-F0CF-DEE47DA2A1B4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FA3F-0910-D16A-A913-DC177EE30D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00025"/>
            <a:ext cx="3350419" cy="8572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C1A9-99B2-6D1E-7DAB-0A95CA059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7391" y="200026"/>
            <a:ext cx="4285059" cy="41957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FAA3D-BBAF-D97F-3C0A-EB2F8D0B8BF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28600" y="1200150"/>
            <a:ext cx="3350419" cy="32015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46386-E505-E119-1B25-236D4089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4CEF2-8E6A-6F3D-54B5-CF22A4D4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53A72-219E-40D7-3E04-972B310E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16039B-BAC2-5B3A-226D-EE8C5EDD1DD0}"/>
              </a:ext>
            </a:extLst>
          </p:cNvPr>
          <p:cNvCxnSpPr>
            <a:cxnSpLocks/>
          </p:cNvCxnSpPr>
          <p:nvPr/>
        </p:nvCxnSpPr>
        <p:spPr>
          <a:xfrm>
            <a:off x="1729408" y="4600575"/>
            <a:ext cx="7414592" cy="0"/>
          </a:xfrm>
          <a:prstGeom prst="line">
            <a:avLst/>
          </a:prstGeom>
          <a:ln w="152400" cap="rnd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47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18AAF-324D-890B-8CE0-4C9B6094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93" y="203670"/>
            <a:ext cx="7923972" cy="8589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4A5F6-8323-9919-A672-9D317BBD0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993" y="1219201"/>
            <a:ext cx="7923973" cy="3152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70F7-7315-13A4-126E-0747228EC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87374" y="4798891"/>
            <a:ext cx="1257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7FAE-201A-EAAF-3B3D-98B985B8F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9409" y="4812507"/>
            <a:ext cx="52148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6150E-BC56-D6A3-1D4E-AB4F94BD5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7776" y="4798892"/>
            <a:ext cx="5411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red text&#10;&#10;AI-generated content may be incorrect.">
            <a:extLst>
              <a:ext uri="{FF2B5EF4-FFF2-40B4-BE49-F238E27FC236}">
                <a16:creationId xmlns:a16="http://schemas.microsoft.com/office/drawing/2014/main" id="{AF251EA0-AAC0-BE52-3044-795C2C69C4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" y="4472608"/>
            <a:ext cx="1294952" cy="6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  <p15:guide id="2" pos="96">
          <p15:clr>
            <a:srgbClr val="F26B43"/>
          </p15:clr>
        </p15:guide>
        <p15:guide id="3" pos="6864">
          <p15:clr>
            <a:srgbClr val="F26B43"/>
          </p15:clr>
        </p15:guide>
        <p15:guide id="4" orient="horz" pos="4272">
          <p15:clr>
            <a:srgbClr val="F26B43"/>
          </p15:clr>
        </p15:guide>
        <p15:guide id="5" orient="horz" pos="3672">
          <p15:clr>
            <a:srgbClr val="F26B43"/>
          </p15:clr>
        </p15:guide>
        <p15:guide id="6" pos="192">
          <p15:clr>
            <a:srgbClr val="F26B43"/>
          </p15:clr>
        </p15:guide>
        <p15:guide id="7" orient="horz" pos="168">
          <p15:clr>
            <a:srgbClr val="F26B43"/>
          </p15:clr>
        </p15:guide>
        <p15:guide id="8" orient="horz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SCOE Quarto PPTX Template">
  <a:themeElements>
    <a:clrScheme name="SCOE Color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D866"/>
      </a:accent1>
      <a:accent2>
        <a:srgbClr val="E50002"/>
      </a:accent2>
      <a:accent3>
        <a:srgbClr val="005FB2"/>
      </a:accent3>
      <a:accent4>
        <a:srgbClr val="3CA6B9"/>
      </a:accent4>
      <a:accent5>
        <a:srgbClr val="F79236"/>
      </a:accent5>
      <a:accent6>
        <a:srgbClr val="F2F2F2"/>
      </a:accent6>
      <a:hlink>
        <a:srgbClr val="D8D8D8"/>
      </a:hlink>
      <a:folHlink>
        <a:srgbClr val="4D94D8"/>
      </a:folHlink>
    </a:clrScheme>
    <a:fontScheme name="SCOE Fonts">
      <a:majorFont>
        <a:latin typeface="Montserra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3D827BB-12B8-4F8C-A68E-758CD3A6724C}" vid="{7EDD3185-2CEA-4B6A-895B-32039A6E1C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SCOE Quarto PPTX Template</Template>
  <TotalTime>3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Montserrat</vt:lpstr>
      <vt:lpstr>SCOE Quarto PPTX Template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Joseph Knapp</cp:lastModifiedBy>
  <cp:revision>5</cp:revision>
  <dcterms:created xsi:type="dcterms:W3CDTF">2017-06-05T14:10:58Z</dcterms:created>
  <dcterms:modified xsi:type="dcterms:W3CDTF">2025-11-17T23:34:49Z</dcterms:modified>
</cp:coreProperties>
</file>